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9" r:id="rId3"/>
    <p:sldId id="261" r:id="rId4"/>
    <p:sldId id="271" r:id="rId5"/>
    <p:sldId id="272" r:id="rId6"/>
    <p:sldId id="273" r:id="rId7"/>
    <p:sldId id="274" r:id="rId8"/>
    <p:sldId id="276" r:id="rId9"/>
    <p:sldId id="275" r:id="rId10"/>
    <p:sldId id="277" r:id="rId11"/>
    <p:sldId id="278" r:id="rId12"/>
    <p:sldId id="279" r:id="rId13"/>
    <p:sldId id="280" r:id="rId14"/>
    <p:sldId id="28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roduction" id="{1BD0E75E-ED94-4F88-B8E9-853F85056D5F}">
          <p14:sldIdLst>
            <p14:sldId id="256"/>
            <p14:sldId id="259"/>
            <p14:sldId id="261"/>
            <p14:sldId id="271"/>
            <p14:sldId id="272"/>
            <p14:sldId id="273"/>
            <p14:sldId id="274"/>
            <p14:sldId id="276"/>
            <p14:sldId id="275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D9F59-1E10-4A9B-A1B9-2BAC453C0211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C0B06-3340-4109-9BB8-90BBDABABC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1173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E6848-630C-4143-931A-3482CD985CE7}" type="datetimeFigureOut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B949A-DC14-404E-98B4-A4D89143D6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575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4D39-3DF9-45F0-B12A-A60F2B84AF00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 ,CSPIT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23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0A95E-1C47-4CEF-BFBB-0974FDB304DB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 ,CSPIT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1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2C4-D439-45A3-A117-51F3E01B60C3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 ,CSPIT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10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7F6E-A66B-4381-8A2C-3486C09D598B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 ,CSPIT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6E20F-C7C1-4D22-8980-41122AA8A602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 ,CSPIT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5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222F-A0B4-4627-BA7D-1684A17AC69B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 ,CSPIT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6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C41A-BDE4-4D8F-A183-1217B30E28B4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Computer Science &amp; Engineering ,CSPIT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9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C31206F-3307-4F0F-A434-2A5B37659217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Computer Science &amp; Engineering ,CSPIT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1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B680-DFE7-47E7-8C10-791358E93EC8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 ,CSPIT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2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10A5-7694-4E6D-B9EB-5FED3A264B2B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 ,CSPIT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5FEA-70C5-4284-AE7E-C5E02B60CA1B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 ,CSPIT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4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1EE931B-43B2-469F-93B9-3C56D1192037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Computer Science &amp; Engineering ,CSPIT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2F294B-B6A8-44F3-8A3C-0EE5B1E3450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20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emp-note-share.vercel.app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bdootManna/temp-note-share" TargetMode="External"/><Relationship Id="rId2" Type="http://schemas.openxmlformats.org/officeDocument/2006/relationships/hyperlink" Target="https://temp-note-share.vercel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https://lh3.googleusercontent.com/u8VOGbVdr8yb_UrbvDh9ji3CIClnGleLjrFE8KLXDdSKrm4dbvJ-ZUoIrM3CfE9QGA7fzm9dVC2MsfGVbMf1pWkZfj25zYUUG_sDjlhhCuzhcfQC37-CU_5Ttu9P9-p7S_mBoX59q6bbfeUTsaBKS4w4BRbHhaEl7nJZlsxfSaiaHiZQ7SihI3KxEME0GoyUACV0nAbG2A"/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1154083" y="1927265"/>
            <a:ext cx="10058400" cy="237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IN" sz="4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Temporary Note Sharing App</a:t>
            </a:r>
            <a:endParaRPr lang="en-US" sz="4800" dirty="0">
              <a:latin typeface="+mn-lt"/>
            </a:endParaRPr>
          </a:p>
        </p:txBody>
      </p:sp>
      <p:pic>
        <p:nvPicPr>
          <p:cNvPr id="7" name="Picture 6" descr="https://lh3.googleusercontent.com/u8VOGbVdr8yb_UrbvDh9ji3CIClnGleLjrFE8KLXDdSKrm4dbvJ-ZUoIrM3CfE9QGA7fzm9dVC2MsfGVbMf1pWkZfj25zYUUG_sDjlhhCuzhcfQC37-CU_5Ttu9P9-p7S_mBoX59q6bbfeUTsaBKS4w4BRbHhaEl7nJZlsxfSaiaHiZQ7SihI3KxEME0GoyUACV0nAbG2A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552" y="740099"/>
            <a:ext cx="3875931" cy="996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https://lh4.googleusercontent.com/IIp9INQtNAkGyRWg-uaA-aP46AG9XReZpFHTPkJdyD4rCWvI6U47zA6JCDIoiaYIbWZbPe-hO4M0hRZsggrR8PkIKUdOOMehx8FhMAqDUxwkT4kQv84Fv_GbpmfcILudMPQZZQXk6V6AM2ao03dPD8xNpkOrVoK3j0-pBdCY-iyCeAqDNXXnbhwJw9oqsqYZkpYIh-Q6J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083" y="745764"/>
            <a:ext cx="1375937" cy="118150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82127" y="4735007"/>
            <a:ext cx="28303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Made by: Debdoot Manna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083" y="4735805"/>
            <a:ext cx="42817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Guided By: Avani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Khokhariya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02303" y="1205293"/>
            <a:ext cx="9492792" cy="3595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ts val="1400"/>
              </a:spcBef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 Statement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Solution Overview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 Flow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Technical Architecture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Security Features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Key Differentiators</a:t>
            </a:r>
            <a:endParaRPr lang="en-I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 Cases</a:t>
            </a:r>
            <a:endParaRPr lang="en-I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Demo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Implementation Timeline</a:t>
            </a:r>
            <a:endParaRPr lang="en-I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 Feedback &amp; Metrics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Next Steps</a:t>
            </a:r>
            <a:endParaRPr lang="en-US" dirty="0"/>
          </a:p>
          <a:p>
            <a:pPr marL="285750" indent="-285750" fontAlgn="base">
              <a:spcBef>
                <a:spcPts val="1400"/>
              </a:spcBef>
              <a:buClr>
                <a:schemeClr val="accent1"/>
              </a:buCl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6" name="Footer Placeholder 8"/>
          <p:cNvSpPr txBox="1">
            <a:spLocks/>
          </p:cNvSpPr>
          <p:nvPr/>
        </p:nvSpPr>
        <p:spPr>
          <a:xfrm>
            <a:off x="3657905" y="6459784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7" name="Rectangle 6"/>
          <p:cNvSpPr/>
          <p:nvPr/>
        </p:nvSpPr>
        <p:spPr>
          <a:xfrm>
            <a:off x="974103" y="620518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Content of the Presentation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55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The Challenge</a:t>
            </a:r>
            <a:endParaRPr lang="en-IN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Sharing sensitive information securely is difficult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Emails and messaging apps store data indefinitely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Users need a way to share information that automatically disappears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Existing solutions are often complex or lack security features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65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E0EA-F614-A63E-A74C-C79CFD4C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BC6E-6A39-778B-70FD-8B01CDA1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1285F-C1E4-39D3-0084-3EEC26FAC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Our Solution: Temporary Note Sharing App</a:t>
            </a:r>
            <a:endParaRPr lang="en-IN" sz="1600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notes that self-destruct after viewing or a set time period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Secure end-to-end encryption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 account required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Simple, intuitive interface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Mobile-friendly design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A74C0-D1B0-7B87-CDEA-545F3DBD2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94AE2-8028-0A64-F5ED-BD121562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08C85-3D02-6A0C-A0D4-6C0775873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857" y="159847"/>
            <a:ext cx="2577863" cy="653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6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A4164-A32B-74B7-8073-DEE6B04E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4D27B3-E58C-1E5D-9834-9C5E4AADE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0"/>
            <a:ext cx="7772400" cy="65620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12A76B-3EB2-D695-2AF6-59B11D1B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User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7B08B-25DE-127C-D874-A4BEAB19D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069" y="1737360"/>
            <a:ext cx="4354358" cy="4023360"/>
          </a:xfrm>
        </p:spPr>
        <p:txBody>
          <a:bodyPr>
            <a:normAutofit/>
          </a:bodyPr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How It Works</a:t>
            </a:r>
            <a:endParaRPr lang="en-IN" sz="1600" b="1" dirty="0">
              <a:effectLst/>
            </a:endParaRP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 creates a note with sensitive information</a:t>
            </a: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 sets expiration parameters (time-based or view-based)</a:t>
            </a: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System generates a secure, unique link</a:t>
            </a: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 shares the link with intended recipient(s)</a:t>
            </a: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Recipient opens the link to view the note</a:t>
            </a: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Note is automatically destroyed after viewing or time expiration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3D96B-5C19-5D2A-B7C1-D07A4CCF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522C3-329A-6C5A-D798-EE7156F9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2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C263-238D-FCD4-E935-60285E05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0F6F-4529-0750-C24C-F0BB7610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CA99F-E8DA-40AC-ECA1-7BE0C1B8B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Behind the Scenes</a:t>
            </a:r>
            <a:endParaRPr lang="en-IN" sz="1600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Next.js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frontend for responsive UI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Serverless backend functions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End-to-end encryption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Temporary database storage with automatic cleanup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 user data retention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F61EF-D099-F2DA-7783-2F0DB2D7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53CC8-F5FF-4CB6-D059-731E8046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295DF-8A60-BF6C-C536-CD601E276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713" y="0"/>
            <a:ext cx="4648200" cy="652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2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FCC52-8E42-60F2-EA54-2188BA5E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F48A-4858-D410-8791-BB583E1A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Security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33541-F05A-6DF3-617E-42832DD7F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Security First Approach</a:t>
            </a:r>
            <a:endParaRPr lang="en-IN" sz="1600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End-to-end encryption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 plaintext storage of note content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Automatic data destruction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 tracking or analytics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Optional password protection for notes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HTTPS-only access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789D2-2185-0419-6D15-C7262784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DE280A-3825-45AE-B929-89A19A31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421877-C24B-07B8-0913-AA276DF1B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60" y="5754757"/>
            <a:ext cx="11825285" cy="44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6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81C3-5244-4DD0-284C-7D1A285F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C992-9EEE-4C01-B6D6-7AE1352C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Key Differentiators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FADD0-973B-A5B6-1AF4-10654434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What Sets Us Apart</a:t>
            </a:r>
            <a:endParaRPr lang="en-IN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Simplicity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No accounts, no complications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End-to-end encryption by default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Flexibility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Multiple expiration options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Privacy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No data retention or tracking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Accessibility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Works on all devices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A1D58-1CB4-4226-ACA5-2165E5BA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1DA67-BDF5-BB9A-6D22-D1793137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62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E183A-4D0A-8488-7350-EC834C20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1D0C-E897-27CB-9FEB-A591FFDD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DF1E8-556E-B98F-A8F3-B0C053621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517544"/>
          </a:xfrm>
        </p:spPr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Perfect For:</a:t>
            </a:r>
            <a:endParaRPr lang="en-IN" sz="1600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Sharing passwords and credentials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Sending sensitive financial information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Sharing temporary access instructions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Communicating confidential business information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Personal messages that shouldn't be stored permanently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C197E-C714-A69D-6D76-BEC95BAE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4277C-DDBC-5F06-9DE6-F26CD761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50C7B-05C4-BFCC-5429-AC63EE3AC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1" y="4637285"/>
            <a:ext cx="12023409" cy="162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38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68E0-A430-75F4-B0E7-593A4D4A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FA6B-D3E9-467B-B8AF-D5FEC6E78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Demo..!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D31A3-1362-FCAE-7DAF-96633EEC7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Go to </a:t>
            </a: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  <a:hlinkClick r:id="rId2"/>
              </a:rPr>
              <a:t>https://temp-note-share.vercel.app/</a:t>
            </a:r>
            <a:endParaRPr lang="en-IN" sz="1800" b="0" i="0" u="none" strike="noStrike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434343"/>
                </a:solidFill>
                <a:latin typeface="Arial" panose="020B0604020202020204" pitchFamily="34" charset="0"/>
              </a:rPr>
              <a:t>Try it (also available in dark mode)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1C447-E1D6-DEEC-4057-CFD7FFD1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E5D14-71AB-A78F-C590-5EDB2770A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95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8FBA-46D7-BC23-27CD-1ECF721B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B3F2-CCE0-862A-88DC-B713220FB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Implementation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1B133-FF4C-7D67-D149-27ACD2318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46" y="1737360"/>
            <a:ext cx="2372089" cy="4174041"/>
          </a:xfrm>
        </p:spPr>
        <p:txBody>
          <a:bodyPr>
            <a:normAutofit/>
          </a:bodyPr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Project Roadmap</a:t>
            </a:r>
            <a:endParaRPr lang="en-IN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1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Core functionality (complete)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2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Enhanced security features (in progress)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3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Mobile app development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Phase 4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Enterprise features and integrations</a:t>
            </a:r>
          </a:p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10EAC-F3EF-7CC2-1601-25FB2F48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23744-D519-0C54-63D7-3B3B92E6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9294D8-7DC4-A2BC-7E08-88E10ADCA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135" y="2327792"/>
            <a:ext cx="9511542" cy="296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3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63B6-77E3-840F-C60C-66571A13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D196-4917-6C43-5798-5A61AA72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User Feedback &amp;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6F4C6-E399-B3BA-85DF-ABB9FE0A7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What Our Users Say</a:t>
            </a:r>
            <a:endParaRPr lang="en-IN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95% of users found the app intuitive to use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Average note creation time: under 30 seconds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89% of users would recommend to colleagues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Most requested feature: scheduled note delivery</a:t>
            </a:r>
          </a:p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B4AD4-2DC5-CCEE-96F2-8CF84096D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8B034-C06E-FE3D-0D44-4875881A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52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ABDC-960C-02BE-5D42-2449FCA4A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D1D8-4408-78B9-A4AA-C8A807E4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9A21A-5E00-10D9-EAE7-6F0E903A7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IN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Moving Forward</a:t>
            </a:r>
            <a:endParaRPr lang="en-IN" b="1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Expanding encryption options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Implementing file attachment support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Developing mobile applications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Adding enterprise management features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Exploring API integrations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A6A42-A20D-8BCA-1675-5EE9F855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53DC56-E812-E42D-B594-43A64225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40ACB0-DA55-470C-DBF0-1AB56CEA1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10" y="5120641"/>
            <a:ext cx="11634579" cy="107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15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C63E-1EDC-9C50-204F-4A4CCA3D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C897-0531-506E-F62D-CF3F067D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User Feedback &amp;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7B0C3-8E2A-B67F-5F7A-81B23648E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dirty="0">
                <a:hlinkClick r:id="rId2"/>
              </a:rPr>
              <a:t>https://temp-note-share.vercel.app/</a:t>
            </a:r>
            <a:endParaRPr lang="en-US" dirty="0"/>
          </a:p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dirty="0">
                <a:hlinkClick r:id="rId3"/>
              </a:rPr>
              <a:t>https://github.com/DebdootManna/temp-note-share</a:t>
            </a:r>
            <a:endParaRPr lang="en-US" dirty="0"/>
          </a:p>
          <a:p>
            <a:pPr rtl="0">
              <a:spcBef>
                <a:spcPts val="1600"/>
              </a:spcBef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F6074-6690-5155-6718-B672D2E7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/>
              <a:t>Department of Computer Science &amp; Engineering ,CSPIT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CE3E2-654E-BDF4-B894-770474F0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869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459</TotalTime>
  <Words>549</Words>
  <Application>Microsoft Macintosh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Retrospect</vt:lpstr>
      <vt:lpstr>Temporary Note Sharing App</vt:lpstr>
      <vt:lpstr>PowerPoint Presentation</vt:lpstr>
      <vt:lpstr>Problem Statement</vt:lpstr>
      <vt:lpstr>Solution Overview</vt:lpstr>
      <vt:lpstr>User Flow</vt:lpstr>
      <vt:lpstr>Technical Architecture</vt:lpstr>
      <vt:lpstr>Security Features</vt:lpstr>
      <vt:lpstr>Key Differentiators</vt:lpstr>
      <vt:lpstr>Use Cases</vt:lpstr>
      <vt:lpstr>Demo..!</vt:lpstr>
      <vt:lpstr>Implementation Timeline</vt:lpstr>
      <vt:lpstr>User Feedback &amp; Metrics</vt:lpstr>
      <vt:lpstr>Next Steps</vt:lpstr>
      <vt:lpstr>User Feedback &amp;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Dhara Solanki</dc:creator>
  <cp:lastModifiedBy>23CS043 DEBDOOT MANNA</cp:lastModifiedBy>
  <cp:revision>55</cp:revision>
  <dcterms:created xsi:type="dcterms:W3CDTF">2023-09-24T01:32:29Z</dcterms:created>
  <dcterms:modified xsi:type="dcterms:W3CDTF">2025-03-19T04:45:49Z</dcterms:modified>
</cp:coreProperties>
</file>